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82880"/>
            <a:ext cx="7315200" cy="621792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182880"/>
            <a:ext cx="731520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0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A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CSC 417 — DATA COMMUNICATION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NetPulse</a:t>
            </a:r>
            <a:endParaRPr lang="en-US" sz="6800" dirty="0"/>
          </a:p>
        </p:txBody>
      </p:sp>
      <p:sp>
        <p:nvSpPr>
          <p:cNvPr id="28" name="Text 26"/>
          <p:cNvSpPr/>
          <p:nvPr/>
        </p:nvSpPr>
        <p:spPr>
          <a:xfrm>
            <a:off x="457200" y="16276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Communication &amp; Network Protocols Lab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2157984"/>
            <a:ext cx="3200400" cy="36576"/>
          </a:xfrm>
          <a:prstGeom prst="rect">
            <a:avLst/>
          </a:prstGeom>
          <a:solidFill>
            <a:srgbClr val="224060"/>
          </a:solidFill>
          <a:ln w="12700">
            <a:solidFill>
              <a:srgbClr val="22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Communication — 400-Level Computer Science | SIWES Industrial Project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265176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  •  [Matric Number]  •  [Your University]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063240"/>
            <a:ext cx="221284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063240"/>
            <a:ext cx="2212848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15468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🐍 Python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48386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Servers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3063240"/>
            <a:ext cx="221284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8920" y="3063240"/>
            <a:ext cx="22128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315468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☕ Java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88920" y="348386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0640" y="3063240"/>
            <a:ext cx="221284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3063240"/>
            <a:ext cx="2212848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15468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🔵 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348386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Sockets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867912"/>
            <a:ext cx="221284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867912"/>
            <a:ext cx="221284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95935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🗄 SQL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428853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88920" y="3867912"/>
            <a:ext cx="221284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88920" y="3867912"/>
            <a:ext cx="2212848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88920" y="395935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🖥 Bash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88920" y="428853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3867912"/>
            <a:ext cx="221284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3867912"/>
            <a:ext cx="2212848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395935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🌐 HTML/JS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20640" y="428853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863840" y="274320"/>
            <a:ext cx="1920240" cy="219456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863840" y="274320"/>
            <a:ext cx="192024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0" y="594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78638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966960" y="274320"/>
            <a:ext cx="1920240" cy="219456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966960" y="274320"/>
            <a:ext cx="192024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66960" y="594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3000" dirty="0"/>
          </a:p>
        </p:txBody>
      </p:sp>
      <p:sp>
        <p:nvSpPr>
          <p:cNvPr id="63" name="Text 61"/>
          <p:cNvSpPr/>
          <p:nvPr/>
        </p:nvSpPr>
        <p:spPr>
          <a:xfrm>
            <a:off x="99669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863840" y="2743200"/>
            <a:ext cx="1920240" cy="219456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863840" y="2743200"/>
            <a:ext cx="192024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63840" y="3063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786384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966960" y="2743200"/>
            <a:ext cx="1920240" cy="219456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966960" y="2743200"/>
            <a:ext cx="19202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66960" y="3063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TCP+UDP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996696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| CSC 417: Data Communication | 400-Level Computer Science | SIWES Portfolio | 6 Programming Languages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— CSC 417: Data Communication  |  400-Level CS  |  SIWES  |  6 Languages: Python · Java · C · SQL · Bash · HTML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MULTI-LANGUAGE PORTFOLIO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Programming Languages — One Network Project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00" cy="17190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4984" y="1133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4984" y="1444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tcp_server.py + udp_protocols.py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TCP echo server + UDP datagram server. Stop-and-Wait ARQ. Raw DNS query (RFC 1035). CRC-16 checksum.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2585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socket.SOCK_STREAM / SOCK_DGRAM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4414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threading.Thread + Binary struct packing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1005840"/>
            <a:ext cx="5486400" cy="17190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005840"/>
            <a:ext cx="54864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1152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58584" y="1133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17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58584" y="144475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NetPulseChatServer.java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TCP chat server. Thread pool (ExecutorService). Broadcast + whisper. Custom wire protocol.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22585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ExecutorService.newFixedThreadPool(20)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468880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4414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 + setTcpNoDelay(true)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862072"/>
            <a:ext cx="5486400" cy="17190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62072"/>
            <a:ext cx="54864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008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14984" y="2990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(POSIX)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4984" y="330098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netpulse_server.c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5935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POSIX socket API — foundation of ALL socket libraries. Manual IP header struct. pthreads. Network byte order.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14223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41148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 bind() listen() accept()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325112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29768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htonl/htons + struct sockaddr_in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2862072"/>
            <a:ext cx="5486400" cy="17190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2862072"/>
            <a:ext cx="54864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3008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58584" y="2990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 MySQL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58584" y="330098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netpulse_db.sql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35935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network logging database. Connections, packets, DNS queries, security events. Views + stored procedures.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414223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41148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 UNSIGNED ports, SET TCP flags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4325112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56248" y="429768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procedures + 4 analytical views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4718304"/>
            <a:ext cx="5486400" cy="17190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718304"/>
            <a:ext cx="548640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4864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14984" y="4846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Bash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14984" y="515721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netpulse_diag.sh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54498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9-command diagnostic suite. ping, traceroute, TCP states, DNS timing, bandwidth monitor, port scanning.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5998464"/>
            <a:ext cx="91440" cy="9144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" y="597103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/ traceroute / ss / dig wrappers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18134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" y="61539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/proc/net/dev real-time bandwidth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4718304"/>
            <a:ext cx="5486400" cy="17190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63640" y="4718304"/>
            <a:ext cx="548640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4864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958584" y="4846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HTML/JS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58584" y="515721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html/index.html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0" y="54498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dashboard. OSI model explorer. TCP handshake animation. Stop-and-Wait sim. Subnet calculator.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00800" y="599846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56248" y="597103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3-way handshake step animation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0" y="618134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6248" y="61539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IPv4 CIDR subnet calculator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— CSC 417: Data Communication  |  400-Level CS  |  SIWES  |  6 Languages: Python · Java · C · SQL · Bash · HTML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SLIDE 03 — CORE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OSI 7-Layer Reference Model — All Layers Implemented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156716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15568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15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8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04241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042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· HTTPS · FTP · DNS · SSH · SMTP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78040" y="10424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06840" y="10424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 + Python DNS queries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673352"/>
            <a:ext cx="1156716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73352"/>
            <a:ext cx="54864" cy="67665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87452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8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180136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18013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SSL/TLS · JPEG · ASCII · Base64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78040" y="18013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06840" y="1801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encryption concepts (HTML)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432304"/>
            <a:ext cx="1156716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3230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633472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8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3160" y="2560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NetBIOS · RPC · SQL · SIP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7804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0684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session management + registry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91256"/>
            <a:ext cx="11567160" cy="676656"/>
          </a:xfrm>
          <a:prstGeom prst="rect">
            <a:avLst/>
          </a:prstGeom>
          <a:solidFill>
            <a:srgbClr val="000000"/>
          </a:solidFill>
          <a:ln w="25400">
            <a:solidFill>
              <a:srgbClr val="00D4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191256"/>
            <a:ext cx="54864" cy="67665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392424"/>
            <a:ext cx="274320" cy="27432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92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3192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423160" y="33192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· UDP · SCTP · DCCP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78040" y="33192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Segment/Datagram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06840" y="33192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Java + C servers  ← OUR LAYER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950208"/>
            <a:ext cx="1156716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950208"/>
            <a:ext cx="54864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151376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51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8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40782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23160" y="407822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IPv4 · IPv6 · ICMP · OSPF · BGP · ARP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78040" y="40782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Packet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06840" y="40782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ip_header struct, Bash traceroute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709160"/>
            <a:ext cx="1156716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709160"/>
            <a:ext cx="54864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4910328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910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8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4400" y="483717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423160" y="48371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Ethernet · WiFi 802.11 · PPP · MAC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178040" y="48371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Frame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006840" y="48371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network_interfaces (MAC, MTU)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5468112"/>
            <a:ext cx="11567160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" y="5468112"/>
            <a:ext cx="5486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566928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5669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8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" y="559612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Physical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423160" y="55961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RJ45 · Fiber · Radio · Coax · USB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178040" y="55961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PDU: Bit (0/1)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006840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interface + bandwidth stats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— CSC 417: Data Communication  |  400-Level CS  |  SIWES  |  6 Languages: Python · Java · C · SQL · Bash · HTML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SLIDE 04 — PYTHON IMPLEMENTATION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TCP Protocol — Python Multi-Threaded Server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303520" cy="246888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30352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TCP SEGMENT HEADER (20 BYTES MIN)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50292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0       7  8      15  16     23  24     31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┌──────────────────┬────────────────────────┐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Source Port    │   Destination Port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Sequence Number   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Acknowledgment Number      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├──────────┬─────────────────────────────────┤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│Offset    │ SYN  ACK  FIN  RST  PSH  URG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├──────────┴──────────────┬──────────────────┤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Window Size        │    Checksum 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└─────────────────────────┴──────────────────┘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529584"/>
            <a:ext cx="5303520" cy="283464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529584"/>
            <a:ext cx="53035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758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2C55E"/>
                </a:solidFill>
              </a:rPr>
              <a:t>TCP THREE-WAY HANDSHAKE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512064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4041648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0873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[SYN]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4208" y="40873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Server: SYN=1, seq=100  (I want to connect)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512064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498848"/>
            <a:ext cx="54864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5445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[SYN-ACK]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64208" y="45445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Client: SYN=1, ACK=1, seq=200, ack=101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956048"/>
            <a:ext cx="512064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956048"/>
            <a:ext cx="54864" cy="40233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0017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[ACK]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64208" y="50017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Server: ACK=1, ack=201  → ESTABLISHED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413248"/>
            <a:ext cx="512064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5413248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4589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⟷ [DATA]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64208" y="54589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transfer — PSH+ACK segments both ways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870448"/>
            <a:ext cx="512064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5870448"/>
            <a:ext cx="54864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9161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[FIN]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64208" y="5916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termination: FIN→ACK→FIN→ACK → CLOSED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969264"/>
            <a:ext cx="603504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0" y="969264"/>
            <a:ext cx="603504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024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14032" y="1078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3B82F6"/>
                </a:solidFill>
              </a:rPr>
              <a:t>TCP_SERVER.PY — KEY IMPLEMENTATION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35040" y="1389888"/>
            <a:ext cx="5577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socket, threading, json, logging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NetPulseTCPServer: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"""Multi-threaded TCP server (AF_INET)"""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start(self):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SOCK_STREAM = TCP (reliable, ordered)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self.sock = socket.socket(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socket.AF_INET,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socket.SOCK_STREAM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SO_REUSEADDR avoids TIME_WAIT 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self.sock.setsockopt(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socket.SOL_SOCKET,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socket.SO_REUSEADDR,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self.sock.bind(('127.0.0.1', 9000))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self.sock.listen(10)  # backlog queue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Block until 3-way handshake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conn, addr = self.sock.accept()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One thread per connected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 = threading.Thread(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target=self.handle_client,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args=(conn, addr),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daemon=True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t.start()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handle_client(self, conn, addr):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conn:  # auto-closes on exit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while True: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Length-prefixed framing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raw_len = conn.recv(4)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raw_len: break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msg_len = int.from_bytes(raw_len,'big')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conn.recv(msg_len)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self.process(data)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Send with length prefix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frame = len(response).to_bytes(4,'big')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conn.sendall(frame + response)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— CSC 417: Data Communication  |  400-Level CS  |  SIWES  |  6 Languages: Python · Java · C · SQL · Bash · HTML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SLIDE 05 — PYTHON UDP + JAVA APPLICATION LAYER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UDP Protocol (Python) &amp; Java Chat Server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66928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669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72768" y="10789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9E0B"/>
                </a:solidFill>
              </a:rPr>
              <a:t>UDP_PROTOCOLS.PY — UDP &amp; STOP-AND-WAIT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SOCK_DGRAM = UDP (connectionless!)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socket.socket(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socket.AF_INET,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socket.SOCK_DGRAM  # No handshake!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sock.bind(('127.0.0.1', 9001))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listen() or accept() needed!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Each call is independent datagram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data, addr = sock.recvfrom(65535)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sock.sendto(b'ACK', addr)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Stop-and-Wait ARQ 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Simulates reliable data over UDP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stop_and_wait(messages, loss=0.2):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seq, msg in enumerate(messages):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seq_bit = seq % 2  # Alternating bit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        # Retry until 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print(f"TX Frame[{seq_bit}]: {msg}")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random.random() &lt; loss: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  LOST — retransmitting...")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print(f"ACK[{seq_bit}] received ✓")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break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DNS Query (App Layer over UDP) 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dns_query(domain):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Build RFC 1035 DNS query manually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 = struct.pack('!HHHHHH',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0x1234, 0x0100, 1, 0, 0,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Encode domain: split by '.'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qname = b''.join(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bytes([len(p)]) + p.encode()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p in domain.split('.')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+ b'\x00'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header + qname + b'\x00\x01\x00\x01'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sock.sendto(query, ('8.8.8.8', 53))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969264"/>
            <a:ext cx="566928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9264"/>
            <a:ext cx="5669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2412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50608" y="1078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9E0B"/>
                </a:solidFill>
              </a:rPr>
              <a:t>NETPULSECHATSERVER.JAVA — CHAT APP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55080" y="1389888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pool (not one thread = crash!)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ExecutorService pool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Executors.newFixedThreadPool(20);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ServerSocket — TCP passive mode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ServerSocket server = new ServerSocket(9100);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server.setReuseAddress(true);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(!server.isClosed())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Socket client = server.accept();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Disable Nagle (good for chat apps)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client.setTcpNoDelay(true);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client.setKeepAlive(true);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pool.execute(new ClientSession(client));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Thread-safe broadcast using stream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ConcurrentHashMap&lt;String, ClientSession&gt;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sessions = new ConcurrentHashMap&lt;&gt;();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broadcast(ChatMessage msg,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ClientSession exclude)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sessions.values().stream()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.filter(s -&gt; s != exclude)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.forEach(s -&gt; s.send(msg));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 wire protocol (Application Layer)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Format: TYPE|SENDER|RECIPIENT|CONTENT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CHAT|Alice|null|Hello everyone!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WHISPER|Alice|Bob|Hey Bob, private msg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JOIN|Bob|null|Joining channel...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LEAVE|Alice|null|Goodbye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— CSC 417: Data Communication  |  400-Level CS  |  SIWES  |  6 Languages: Python · Java · C · SQL · Bash · HTML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SLIDE 06 — SYSTEM LEVEL PROGRAMMING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POSIX Sockets &amp; SQL Network Database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66928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66928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LANG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64208" y="10789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8B5CF6"/>
                </a:solidFill>
              </a:rPr>
              <a:t>NETPULSE_SERVER.C — POSIX SOCKET API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IPv4 Header — Layer 3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ip_header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 version_ihl;   /* Ver(4)+IHL(4)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 tos;           /* Diff. services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uint16_t total_length;  /* Header + data 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uint16_t identification;/* Fragmentation 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 ttl;           /* Hops remaining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 protocol;      /* 6=TCP 17=UDP  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uint16_t checksum;      /* Header CRC    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src_addr;      /* Source IP     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dst_addr;      /* Dest IP       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__attribute__((packed)); /* No padding!   */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TCP Socket Lifecycle in C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fd = socket(AF_INET, SOCK_STREAM, 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Network Byte Order — critical!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sockaddr_in addr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.sin_family      = AF_INET,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.sin_addr.s_addr = INADDR_ANY,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.sin_port        = htons(9200) /* ← BIG endian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bind(fd,(struct sockaddr*)&amp;addr,sizeof(addr));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listen(fd, 5);  /* Backlog queue */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while(1)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cli = accept(fd,&amp;cli_addr,&amp;len);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Spawn POSIX thread per client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pthread_t tid;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pthread_create(&amp;tid,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handle_client, &amp;clients[slot]);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pthread_detach(tid); /* auto-cleanup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Internet checksum (RFC 1071)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checksum(const void *d, size_t len){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sum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uint16_t *ptr = 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while(len &gt; 1) { sum += *ptr++; len -= 2;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while(sum &gt;&gt; 16) sum=(sum&amp;0xFFFF)+(sum&gt;&gt;16);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~sum;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969264"/>
            <a:ext cx="566928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9264"/>
            <a:ext cx="566928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241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59168" y="1078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2C55E"/>
                </a:solidFill>
              </a:rPr>
              <a:t>NETPULSE_DB.SQL — 6 TABLES + 4 VIEWS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55080" y="1389888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-- 6 core tables for network logging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connections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conn_id      BIGINT PRIMARY KEY AUTO_INCREMENT,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protocol     ENUM('TCP','UDP','HTTP','DNS'),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src_port     SMALLINT UNSIGNED, /* 0–65535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dst_port     SMALLINT UNSIGNED,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       ENUM('ESTABLISHED','SYN_SENT',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'FIN_WAIT','TIME_WAIT','CLOSED'),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rtt_ms       DECIMAL(10,3),  /* latency ms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retransmissions INT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tcp_flags    SET('SYN','ACK','FIN','RST','PSH'),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capture_time TIMESTAMP(6)    /* microseconds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dns_queries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query_type  ENUM('A','AAAA','CNAME','MX'),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domain_name VARCHAR(253),  /* max DNS length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resolved_ip VARCHAR(45),   /* supports IPv6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cached      BOOLEAN DEFAULT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ttl_seconds INT UNSIGNED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Analytical Views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active_connections_view AS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dns_performance_view AS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threat_dashboard_view AS 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Stored Procedure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log_connection(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'192.168.1.10','192.168.1.1','TCP',54321,9000);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Query: Top protocols by bandwidth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protocol,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ROUND(SUM(bytes_sent)/1048576,2) AS MB,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AVG(rtt_ms) AS avg_latency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connections GROUP BY protocol;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— CSC 417: Data Communication  |  400-Level CS  |  SIWES  |  6 Languages: Python · Java · C · SQL · Bash · HTML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SLIDE 07–08 — OPERATIONS &amp; VALIDATION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Bash Diagnostic Suite &amp; Testing Results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676656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676656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89888" y="10789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NETPULSE_DIAG.SH — 9 NETWORK COMMANDS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14264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26464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4721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ping [host]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4721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echo — RTT stats + packet loss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18836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883664"/>
            <a:ext cx="54864" cy="40233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19293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trace [host]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9293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 hop-by-hop TTL decrement visualization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3408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340864"/>
            <a:ext cx="54864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3865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tcp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3865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TCP states: LISTEN→SYN_SENT→ESTABLISHED→CLOSED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7980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798064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8437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dns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28437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dig/nslookup timing — query 8.8.8.8:53 over UDP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2552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255264"/>
            <a:ext cx="54864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3009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interfaces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33009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 / ifconfig — IPs, MACs, MTU, state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124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712464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7581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bandwidth [if]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37581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TX/RX from /proc/net/dev — live monitor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1696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169664"/>
            <a:ext cx="54864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2153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portscan [host]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46120" y="42153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-z TCP connect scan across common ports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6268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4626864"/>
            <a:ext cx="54864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46725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osi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46120" y="46725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OSI 7-layer model terminal reference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5084064"/>
            <a:ext cx="6400800" cy="402336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5084064"/>
            <a:ext cx="54864" cy="40233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51297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./netpulse_diag.sh report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46120" y="51297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commands combined — saved to timestamped log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69480" y="969264"/>
            <a:ext cx="4663440" cy="5394960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69480" y="969264"/>
            <a:ext cx="466344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11155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2C55E"/>
                </a:solidFill>
              </a:rPr>
              <a:t>TEST RESULTS — ALL PASS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52360" y="1371600"/>
            <a:ext cx="1325880" cy="77724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452360" y="14173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452360" y="18288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915400" y="1371600"/>
            <a:ext cx="1325880" cy="77724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915400" y="14173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915400" y="18288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378440" y="1371600"/>
            <a:ext cx="1325880" cy="77724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10378440" y="14173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10378440" y="18288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52360" y="2267712"/>
            <a:ext cx="4297680" cy="274320"/>
          </a:xfrm>
          <a:prstGeom prst="rect">
            <a:avLst/>
          </a:prstGeom>
          <a:solidFill>
            <a:srgbClr val="0F1E33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71232" y="228600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253728" y="2286000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018520" y="22860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52360" y="2578608"/>
            <a:ext cx="4297680" cy="310896"/>
          </a:xfrm>
          <a:prstGeom prst="rect">
            <a:avLst/>
          </a:prstGeom>
          <a:solidFill>
            <a:srgbClr val="0B1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71232" y="263347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TCP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253728" y="2633472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connects, JSON ECHO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018520" y="263347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571232" y="296265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UDP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253728" y="296265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Stop-and-Wait retransmit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1018520" y="29626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452360" y="3236976"/>
            <a:ext cx="4297680" cy="310896"/>
          </a:xfrm>
          <a:prstGeom prst="rect">
            <a:avLst/>
          </a:prstGeom>
          <a:solidFill>
            <a:srgbClr val="0B1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71232" y="329184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DNS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53728" y="3291840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DNS query to 8.8.8.8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1018520" y="329184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571232" y="362102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Chat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253728" y="3621024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clients broadcast msg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1018520" y="362102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452360" y="3895344"/>
            <a:ext cx="4297680" cy="310896"/>
          </a:xfrm>
          <a:prstGeom prst="rect">
            <a:avLst/>
          </a:prstGeom>
          <a:solidFill>
            <a:srgbClr val="0B1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71232" y="395020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Whisper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253728" y="395020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between 2 sessions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1018520" y="3950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571232" y="427939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Server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253728" y="4279392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bind listen accept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1018520" y="42793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452360" y="4553712"/>
            <a:ext cx="4297680" cy="310896"/>
          </a:xfrm>
          <a:prstGeom prst="rect">
            <a:avLst/>
          </a:prstGeom>
          <a:solidFill>
            <a:srgbClr val="0B1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71232" y="460857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Byte Order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253728" y="460857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htonl/ntohs demo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1018520" y="46085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571232" y="493776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Schema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253728" y="4937760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+ FKs created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1018520" y="493776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7452360" y="5212080"/>
            <a:ext cx="4297680" cy="310896"/>
          </a:xfrm>
          <a:prstGeom prst="rect">
            <a:avLst/>
          </a:prstGeom>
          <a:solidFill>
            <a:srgbClr val="0B1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71232" y="526694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253728" y="5266944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 correct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11018520" y="52669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7571232" y="55961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Ping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253728" y="559612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stats extracted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1018520" y="55961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452360" y="5870448"/>
            <a:ext cx="4297680" cy="310896"/>
          </a:xfrm>
          <a:prstGeom prst="rect">
            <a:avLst/>
          </a:prstGeom>
          <a:solidFill>
            <a:srgbClr val="0B1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71232" y="592531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OSI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9253728" y="5925312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layers clickable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11018520" y="59253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571232" y="625449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Subnet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9253728" y="62544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→ 254 hosts correct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11018520" y="625449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6350">
            <a:solidFill>
              <a:srgbClr val="1A2E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64592"/>
            <a:ext cx="5897880" cy="6327648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164592"/>
            <a:ext cx="589788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B4"/>
                </a:solidFill>
              </a:rPr>
              <a:t>SLIDE 09 — SUMMARY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E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" y="1280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2C55E"/>
                </a:solidFill>
              </a:rPr>
              <a:t>WHAT WAS DELIVERED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15361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149961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TCP multi-threaded server (AF_INET + SOCK_STREAM)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193852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19019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UDP server, Stop-and-Wait ARQ, DNS queries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234086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23042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CRC-16 checksum + binary packet struct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274320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27066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Multi-client chat with ExecutorService thread pool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14553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1089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Custom wire protocol + broadcast + whisper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54787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35112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POSIX socket API — socket/bind/listen/accept/send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95020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39136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Manual IPv4 header struct + Internet checksum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435254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3159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Network byte order (htonl/htons/ntohl/ntohs)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71830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6-table network database + 4 analytical views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515721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51206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Stored procedures + complex JOIN queries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559552"/>
            <a:ext cx="128016" cy="128016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5229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Bash: 9-command diagnostic suite (ping/trace/dns/scan)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596188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9253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HTML: Interactive OSI model + protocol simulators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55080" y="164592"/>
            <a:ext cx="5577840" cy="3547872"/>
          </a:xfrm>
          <a:prstGeom prst="rect">
            <a:avLst/>
          </a:prstGeom>
          <a:solidFill>
            <a:srgbClr val="070F1C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55080" y="164592"/>
            <a:ext cx="557784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6B6D4"/>
                </a:solidFill>
              </a:rPr>
              <a:t>FUTURE ENHANCEMENTS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537960" y="658368"/>
            <a:ext cx="5212080" cy="50292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537960" y="658368"/>
            <a:ext cx="54864" cy="5029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02552" y="704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WebSocket Server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702552" y="96926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 clients — Python asyncio WebSocket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37960" y="1225296"/>
            <a:ext cx="5212080" cy="50292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537960" y="1225296"/>
            <a:ext cx="5486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2552" y="12710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Packet Sniffer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702552" y="153619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Scapy-based raw socket capture &amp; protocol analysis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537960" y="1792224"/>
            <a:ext cx="5212080" cy="50292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37960" y="1792224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02552" y="18379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HTTPS Java Server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702552" y="21031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integration with Java SSLServerSocket API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537960" y="2359152"/>
            <a:ext cx="5212080" cy="50292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537960" y="2359152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02552" y="24048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UDP Multicast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702552" y="267004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multicast groups (224.x.x.x) — one-to-many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537960" y="2926080"/>
            <a:ext cx="5212080" cy="50292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537960" y="2926080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02552" y="29718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TimescaleDB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702552" y="323697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extension for high-frequency packet logs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355080" y="3822192"/>
            <a:ext cx="5577840" cy="2560320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355080" y="3822192"/>
            <a:ext cx="557784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37960" y="39684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2C55E"/>
                </a:solidFill>
              </a:rPr>
              <a:t>CSC 417 COVERAGE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37960" y="42976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02552" y="426110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7-Layer Model: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485632" y="42611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documented and implemented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537960" y="457200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02552" y="45354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Transport Layer: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485632" y="453542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Java + C socket servers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537960" y="48463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02552" y="48097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Transport Layer: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485632" y="48097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UDP + Stop-and-Wait ARQ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537960" y="512064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02552" y="50840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Programming: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485632" y="508406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languages: Python, Java, C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537960" y="53949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02552" y="5358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Structure: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485632" y="53583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ip_header struct + Python binary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537960" y="56692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02552" y="563270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Byte Order: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485632" y="56327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htonl/htons demonstrated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537960" y="594360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702552" y="59070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(App over UDP):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8485632" y="590702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raw RFC 1035 query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537960" y="62179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02552" y="61813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Subnetting: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8485632" y="61813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IPv4 CIDR calculator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355080" y="6464808"/>
            <a:ext cx="5577840" cy="347472"/>
          </a:xfrm>
          <a:prstGeom prst="rect">
            <a:avLst/>
          </a:prstGeom>
          <a:solidFill>
            <a:srgbClr val="0B1626"/>
          </a:solidFill>
          <a:ln w="12700">
            <a:solidFill>
              <a:srgbClr val="1A2E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6355080" y="6464808"/>
            <a:ext cx="5577840" cy="502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55080" y="646480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— 📡 Questions Welcome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A68"/>
                </a:solidFill>
              </a:rPr>
              <a:t>NetPulse | CSC 417: Data Communication | 6 Languages: Python · Java · C · SQL · Bash · HTML | SIWES Portfolio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2026-04-07T22:11:51Z</dcterms:created>
  <dcterms:modified xsi:type="dcterms:W3CDTF">2026-04-07T22:11:51Z</dcterms:modified>
</cp:coreProperties>
</file>